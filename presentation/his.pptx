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svg" ContentType="image/svg"/>
  <Override PartName="/ppt/media/image5.png" ContentType="image/png"/>
  <Override PartName="/ppt/media/image3.png" ContentType="image/png"/>
  <Override PartName="/ppt/media/image4.svg" ContentType="image/svg"/>
  <Override PartName="/ppt/media/image7.png" ContentType="image/png"/>
  <Override PartName="/ppt/media/image6.svg" ContentType="image/svg"/>
  <Override PartName="/ppt/media/image8.svg" ContentType="image/svg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4" r:id="rId5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print Pla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200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060"/>
              </a:spcBef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CC57CF-9C54-4A18-8A62-8CB95FE9304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ueprint Pla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200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7B75E9-C426-496E-86C2-0EDA3E56E7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200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060"/>
              </a:spcBef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F15AAD-B135-47FB-9BB0-24A1B81655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5.png"/><Relationship Id="rId3" Type="http://schemas.openxmlformats.org/officeDocument/2006/relationships/image" Target="../media/image6.svg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7.png"/><Relationship Id="rId3" Type="http://schemas.openxmlformats.org/officeDocument/2006/relationships/image" Target="../media/image8.svg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200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907200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50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4736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22736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8AF53830-47F7-4457-B860-FD5387DE9030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200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4"/>
          </p:nvPr>
        </p:nvSpPr>
        <p:spPr>
          <a:xfrm>
            <a:off x="50400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5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6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3CB09F85-0465-4BAC-B055-5347A139874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200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907200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7"/>
          </p:nvPr>
        </p:nvSpPr>
        <p:spPr>
          <a:xfrm>
            <a:off x="50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8"/>
          </p:nvPr>
        </p:nvSpPr>
        <p:spPr>
          <a:xfrm>
            <a:off x="344736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9"/>
          </p:nvPr>
        </p:nvSpPr>
        <p:spPr>
          <a:xfrm>
            <a:off x="722736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862553CD-75D2-4288-9FE6-2E1673B7A52B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200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0"/>
          </p:nvPr>
        </p:nvSpPr>
        <p:spPr>
          <a:xfrm>
            <a:off x="50400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1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F6AE88E0-1475-4A2D-8393-A076B437084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200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Health Information System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504000" y="2376000"/>
            <a:ext cx="907200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system to track health programs and the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Clients that are enrolled.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Presented by: Gordon Onayo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200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Approach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Lightweight design for local use or small-scale deployment.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RESTful API using Go (Golang)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SQLite for easy-to-manage local storage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Vanilla JS, HTML, and CSS for the frontend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200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Design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Single Go application handling API and routing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SQLite as embedded database (file-based)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Static files served directly from Go server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REST API communicates with frontend via HTTP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200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Technology Stack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Backend: Golang (net/http)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Database: SQLite (file-based, easy setup)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Frontend: HTML5, CSS3, JavaScript (no frameworks)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Hosting: Local machine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200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Security Consideration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Input validation and sanitization in Go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Basic Authentication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Using Prepared statements for database queries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200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Summary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complex setup — easy to understand and maintain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Good foundation for scaling later if needed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Application>LibreOffice/25.2.2.2$Linux_X86_64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2025-04-26T12:23:05Z</dcterms:created>
  <dc:creator/>
  <dc:description>This work is licensed under a Creative Commons Attribution-ShareAlike 3.0 Unported License.
It makes use of the works of Mateus Machado Luna.
SVG pictures were made by Rizmut.</dc:description>
  <dc:language>en-US</dc:language>
  <cp:lastModifiedBy/>
  <dcterms:modified xsi:type="dcterms:W3CDTF">2025-04-26T13:19:50Z</dcterms:modified>
  <cp:revision>11</cp:revision>
  <dc:subject/>
  <dc:title>Blueprint Plans</dc:title>
</cp:coreProperties>
</file>